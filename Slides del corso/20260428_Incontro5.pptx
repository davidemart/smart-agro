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64" r:id="rId3"/>
    <p:sldId id="265" r:id="rId4"/>
    <p:sldId id="266" r:id="rId5"/>
    <p:sldId id="267" r:id="rId6"/>
    <p:sldId id="269" r:id="rId7"/>
    <p:sldId id="270" r:id="rId8"/>
    <p:sldId id="271" r:id="rId9"/>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2" d="100"/>
          <a:sy n="72" d="100"/>
        </p:scale>
        <p:origin x="420" y="56"/>
      </p:cViewPr>
      <p:guideLst/>
    </p:cSldViewPr>
  </p:slideViewPr>
  <p:notesTextViewPr>
    <p:cViewPr>
      <p:scale>
        <a:sx n="1" d="1"/>
        <a:sy n="1" d="1"/>
      </p:scale>
      <p:origin x="0" y="0"/>
    </p:cViewPr>
  </p:notesText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05708F-C991-4E7B-B2D3-F0FB5CDA0BE8}" type="datetimeFigureOut">
              <a:rPr lang="it-IT" smtClean="0"/>
              <a:t>28/04/2026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D62770-2E94-4DC4-9E97-6AC253A0DAA5}" type="slidenum">
              <a:rPr lang="it-IT" smtClean="0"/>
              <a:t>‹N›</a:t>
            </a:fld>
            <a:endParaRPr lang="it-IT"/>
          </a:p>
        </p:txBody>
      </p:sp>
    </p:spTree>
    <p:extLst>
      <p:ext uri="{BB962C8B-B14F-4D97-AF65-F5344CB8AC3E}">
        <p14:creationId xmlns:p14="http://schemas.microsoft.com/office/powerpoint/2010/main" val="3092720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C1D62770-2E94-4DC4-9E97-6AC253A0DAA5}" type="slidenum">
              <a:rPr lang="it-IT" smtClean="0"/>
              <a:t>5</a:t>
            </a:fld>
            <a:endParaRPr lang="it-IT"/>
          </a:p>
        </p:txBody>
      </p:sp>
    </p:spTree>
    <p:extLst>
      <p:ext uri="{BB962C8B-B14F-4D97-AF65-F5344CB8AC3E}">
        <p14:creationId xmlns:p14="http://schemas.microsoft.com/office/powerpoint/2010/main" val="1746922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647B1E4-8A3D-4316-AE25-82043CFAD173}"/>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3446B6F9-9925-4C40-AED9-04CE73FDCA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FF01E6BE-2B1E-4F2D-82A2-43CC1536E266}"/>
              </a:ext>
            </a:extLst>
          </p:cNvPr>
          <p:cNvSpPr>
            <a:spLocks noGrp="1"/>
          </p:cNvSpPr>
          <p:nvPr>
            <p:ph type="dt" sz="half" idx="10"/>
          </p:nvPr>
        </p:nvSpPr>
        <p:spPr/>
        <p:txBody>
          <a:bodyPr/>
          <a:lstStyle/>
          <a:p>
            <a:fld id="{7102E746-DD93-40B8-B50B-810D5554210E}" type="datetimeFigureOut">
              <a:rPr lang="it-IT" smtClean="0"/>
              <a:t>28/04/2026</a:t>
            </a:fld>
            <a:endParaRPr lang="it-IT"/>
          </a:p>
        </p:txBody>
      </p:sp>
      <p:sp>
        <p:nvSpPr>
          <p:cNvPr id="5" name="Segnaposto piè di pagina 4">
            <a:extLst>
              <a:ext uri="{FF2B5EF4-FFF2-40B4-BE49-F238E27FC236}">
                <a16:creationId xmlns:a16="http://schemas.microsoft.com/office/drawing/2014/main" id="{B814DB60-DA40-4FFC-B3D8-A6050A3D1CD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104A76C-B7ED-45D3-A796-6B4CEC1AC389}"/>
              </a:ext>
            </a:extLst>
          </p:cNvPr>
          <p:cNvSpPr>
            <a:spLocks noGrp="1"/>
          </p:cNvSpPr>
          <p:nvPr>
            <p:ph type="sldNum" sz="quarter" idx="12"/>
          </p:nvPr>
        </p:nvSpPr>
        <p:spPr/>
        <p:txBody>
          <a:bodyPr/>
          <a:lstStyle/>
          <a:p>
            <a:fld id="{6F99A74C-F6CC-4BFA-91C0-046F6ABEB276}" type="slidenum">
              <a:rPr lang="it-IT" smtClean="0"/>
              <a:t>‹N›</a:t>
            </a:fld>
            <a:endParaRPr lang="it-IT"/>
          </a:p>
        </p:txBody>
      </p:sp>
    </p:spTree>
    <p:extLst>
      <p:ext uri="{BB962C8B-B14F-4D97-AF65-F5344CB8AC3E}">
        <p14:creationId xmlns:p14="http://schemas.microsoft.com/office/powerpoint/2010/main" val="1397348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5DEB3C4-AE90-4279-ADB7-163BEAA2C7BD}"/>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14FEC387-5E1E-481B-9CF0-13DFC1A58635}"/>
              </a:ext>
            </a:extLst>
          </p:cNvPr>
          <p:cNvSpPr>
            <a:spLocks noGrp="1"/>
          </p:cNvSpPr>
          <p:nvPr>
            <p:ph idx="1"/>
          </p:nvPr>
        </p:nvSpPr>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19D1A2EF-14C7-4D01-823D-2CDAFC760826}"/>
              </a:ext>
            </a:extLst>
          </p:cNvPr>
          <p:cNvSpPr>
            <a:spLocks noGrp="1"/>
          </p:cNvSpPr>
          <p:nvPr>
            <p:ph type="dt" sz="half" idx="10"/>
          </p:nvPr>
        </p:nvSpPr>
        <p:spPr/>
        <p:txBody>
          <a:bodyPr/>
          <a:lstStyle/>
          <a:p>
            <a:fld id="{7102E746-DD93-40B8-B50B-810D5554210E}" type="datetimeFigureOut">
              <a:rPr lang="it-IT" smtClean="0"/>
              <a:t>28/04/2026</a:t>
            </a:fld>
            <a:endParaRPr lang="it-IT"/>
          </a:p>
        </p:txBody>
      </p:sp>
      <p:sp>
        <p:nvSpPr>
          <p:cNvPr id="5" name="Segnaposto piè di pagina 4">
            <a:extLst>
              <a:ext uri="{FF2B5EF4-FFF2-40B4-BE49-F238E27FC236}">
                <a16:creationId xmlns:a16="http://schemas.microsoft.com/office/drawing/2014/main" id="{7AEFA10C-A1F2-4BA3-849B-0890D412561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F2DAB67-2B12-4F73-938F-8BF13D688DE8}"/>
              </a:ext>
            </a:extLst>
          </p:cNvPr>
          <p:cNvSpPr>
            <a:spLocks noGrp="1"/>
          </p:cNvSpPr>
          <p:nvPr>
            <p:ph type="sldNum" sz="quarter" idx="12"/>
          </p:nvPr>
        </p:nvSpPr>
        <p:spPr/>
        <p:txBody>
          <a:bodyPr/>
          <a:lstStyle/>
          <a:p>
            <a:fld id="{6F99A74C-F6CC-4BFA-91C0-046F6ABEB276}" type="slidenum">
              <a:rPr lang="it-IT" smtClean="0"/>
              <a:t>‹N›</a:t>
            </a:fld>
            <a:endParaRPr lang="it-IT"/>
          </a:p>
        </p:txBody>
      </p:sp>
    </p:spTree>
    <p:extLst>
      <p:ext uri="{BB962C8B-B14F-4D97-AF65-F5344CB8AC3E}">
        <p14:creationId xmlns:p14="http://schemas.microsoft.com/office/powerpoint/2010/main" val="839933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B87A98E-96A2-4E2A-ADCD-99737BF3645A}"/>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4DB753DC-D443-47AD-9DCF-D0574B30FD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Modifica gli stili del testo dello schema</a:t>
            </a:r>
          </a:p>
        </p:txBody>
      </p:sp>
      <p:sp>
        <p:nvSpPr>
          <p:cNvPr id="4" name="Segnaposto data 3">
            <a:extLst>
              <a:ext uri="{FF2B5EF4-FFF2-40B4-BE49-F238E27FC236}">
                <a16:creationId xmlns:a16="http://schemas.microsoft.com/office/drawing/2014/main" id="{EC99F432-6420-4655-B765-AA4C5375FD1D}"/>
              </a:ext>
            </a:extLst>
          </p:cNvPr>
          <p:cNvSpPr>
            <a:spLocks noGrp="1"/>
          </p:cNvSpPr>
          <p:nvPr>
            <p:ph type="dt" sz="half" idx="10"/>
          </p:nvPr>
        </p:nvSpPr>
        <p:spPr/>
        <p:txBody>
          <a:bodyPr/>
          <a:lstStyle/>
          <a:p>
            <a:fld id="{7102E746-DD93-40B8-B50B-810D5554210E}" type="datetimeFigureOut">
              <a:rPr lang="it-IT" smtClean="0"/>
              <a:t>28/04/2026</a:t>
            </a:fld>
            <a:endParaRPr lang="it-IT"/>
          </a:p>
        </p:txBody>
      </p:sp>
      <p:sp>
        <p:nvSpPr>
          <p:cNvPr id="5" name="Segnaposto piè di pagina 4">
            <a:extLst>
              <a:ext uri="{FF2B5EF4-FFF2-40B4-BE49-F238E27FC236}">
                <a16:creationId xmlns:a16="http://schemas.microsoft.com/office/drawing/2014/main" id="{61D3ADA2-6ECA-476F-A71A-1E2F2C40D8A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D33E4E5-65AE-48B2-B263-B8437599AA1B}"/>
              </a:ext>
            </a:extLst>
          </p:cNvPr>
          <p:cNvSpPr>
            <a:spLocks noGrp="1"/>
          </p:cNvSpPr>
          <p:nvPr>
            <p:ph type="sldNum" sz="quarter" idx="12"/>
          </p:nvPr>
        </p:nvSpPr>
        <p:spPr/>
        <p:txBody>
          <a:bodyPr/>
          <a:lstStyle/>
          <a:p>
            <a:fld id="{6F99A74C-F6CC-4BFA-91C0-046F6ABEB276}" type="slidenum">
              <a:rPr lang="it-IT" smtClean="0"/>
              <a:t>‹N›</a:t>
            </a:fld>
            <a:endParaRPr lang="it-IT"/>
          </a:p>
        </p:txBody>
      </p:sp>
    </p:spTree>
    <p:extLst>
      <p:ext uri="{BB962C8B-B14F-4D97-AF65-F5344CB8AC3E}">
        <p14:creationId xmlns:p14="http://schemas.microsoft.com/office/powerpoint/2010/main" val="221964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0E0F2A9-A75C-48EA-A805-305F66779CA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5CE17C42-A6AE-4C29-9B76-F6004E57A253}"/>
              </a:ext>
            </a:extLst>
          </p:cNvPr>
          <p:cNvSpPr>
            <a:spLocks noGrp="1"/>
          </p:cNvSpPr>
          <p:nvPr>
            <p:ph sz="half" idx="1"/>
          </p:nvPr>
        </p:nvSpPr>
        <p:spPr>
          <a:xfrm>
            <a:off x="838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4CFB0CB8-7D5B-48E7-B873-C73B0C53452D}"/>
              </a:ext>
            </a:extLst>
          </p:cNvPr>
          <p:cNvSpPr>
            <a:spLocks noGrp="1"/>
          </p:cNvSpPr>
          <p:nvPr>
            <p:ph sz="half" idx="2"/>
          </p:nvPr>
        </p:nvSpPr>
        <p:spPr>
          <a:xfrm>
            <a:off x="6172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52E2BC12-3885-4D5C-8CE8-BC6EF53692E0}"/>
              </a:ext>
            </a:extLst>
          </p:cNvPr>
          <p:cNvSpPr>
            <a:spLocks noGrp="1"/>
          </p:cNvSpPr>
          <p:nvPr>
            <p:ph type="dt" sz="half" idx="10"/>
          </p:nvPr>
        </p:nvSpPr>
        <p:spPr/>
        <p:txBody>
          <a:bodyPr/>
          <a:lstStyle/>
          <a:p>
            <a:fld id="{7102E746-DD93-40B8-B50B-810D5554210E}" type="datetimeFigureOut">
              <a:rPr lang="it-IT" smtClean="0"/>
              <a:t>28/04/2026</a:t>
            </a:fld>
            <a:endParaRPr lang="it-IT"/>
          </a:p>
        </p:txBody>
      </p:sp>
      <p:sp>
        <p:nvSpPr>
          <p:cNvPr id="6" name="Segnaposto piè di pagina 5">
            <a:extLst>
              <a:ext uri="{FF2B5EF4-FFF2-40B4-BE49-F238E27FC236}">
                <a16:creationId xmlns:a16="http://schemas.microsoft.com/office/drawing/2014/main" id="{71228ACA-D252-4BC1-BA42-A48E29004D3C}"/>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A7B5C15F-112E-4E6E-AE85-7231CF3E4C42}"/>
              </a:ext>
            </a:extLst>
          </p:cNvPr>
          <p:cNvSpPr>
            <a:spLocks noGrp="1"/>
          </p:cNvSpPr>
          <p:nvPr>
            <p:ph type="sldNum" sz="quarter" idx="12"/>
          </p:nvPr>
        </p:nvSpPr>
        <p:spPr/>
        <p:txBody>
          <a:bodyPr/>
          <a:lstStyle/>
          <a:p>
            <a:fld id="{6F99A74C-F6CC-4BFA-91C0-046F6ABEB276}" type="slidenum">
              <a:rPr lang="it-IT" smtClean="0"/>
              <a:t>‹N›</a:t>
            </a:fld>
            <a:endParaRPr lang="it-IT"/>
          </a:p>
        </p:txBody>
      </p:sp>
    </p:spTree>
    <p:extLst>
      <p:ext uri="{BB962C8B-B14F-4D97-AF65-F5344CB8AC3E}">
        <p14:creationId xmlns:p14="http://schemas.microsoft.com/office/powerpoint/2010/main" val="3723881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D3887CD-C89B-40B5-82B7-E0AF7A595D3C}"/>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A7355AD3-9789-450D-9FBE-DCA6635FC9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4" name="Segnaposto contenuto 3">
            <a:extLst>
              <a:ext uri="{FF2B5EF4-FFF2-40B4-BE49-F238E27FC236}">
                <a16:creationId xmlns:a16="http://schemas.microsoft.com/office/drawing/2014/main" id="{C07C861C-C65F-4F62-92F4-43E7ED1874D8}"/>
              </a:ext>
            </a:extLst>
          </p:cNvPr>
          <p:cNvSpPr>
            <a:spLocks noGrp="1"/>
          </p:cNvSpPr>
          <p:nvPr>
            <p:ph sz="half" idx="2"/>
          </p:nvPr>
        </p:nvSpPr>
        <p:spPr>
          <a:xfrm>
            <a:off x="839788" y="2505075"/>
            <a:ext cx="5157787"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C77AAE6D-EE1E-4BF6-9C4A-CBB881FB94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6" name="Segnaposto contenuto 5">
            <a:extLst>
              <a:ext uri="{FF2B5EF4-FFF2-40B4-BE49-F238E27FC236}">
                <a16:creationId xmlns:a16="http://schemas.microsoft.com/office/drawing/2014/main" id="{7771D172-E4EA-4F3F-9813-D8CAA284C8C9}"/>
              </a:ext>
            </a:extLst>
          </p:cNvPr>
          <p:cNvSpPr>
            <a:spLocks noGrp="1"/>
          </p:cNvSpPr>
          <p:nvPr>
            <p:ph sz="quarter" idx="4"/>
          </p:nvPr>
        </p:nvSpPr>
        <p:spPr>
          <a:xfrm>
            <a:off x="6172200" y="2505075"/>
            <a:ext cx="5183188"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DE32C5B3-2B65-4905-9FA7-570782288909}"/>
              </a:ext>
            </a:extLst>
          </p:cNvPr>
          <p:cNvSpPr>
            <a:spLocks noGrp="1"/>
          </p:cNvSpPr>
          <p:nvPr>
            <p:ph type="dt" sz="half" idx="10"/>
          </p:nvPr>
        </p:nvSpPr>
        <p:spPr/>
        <p:txBody>
          <a:bodyPr/>
          <a:lstStyle/>
          <a:p>
            <a:fld id="{7102E746-DD93-40B8-B50B-810D5554210E}" type="datetimeFigureOut">
              <a:rPr lang="it-IT" smtClean="0"/>
              <a:t>28/04/2026</a:t>
            </a:fld>
            <a:endParaRPr lang="it-IT"/>
          </a:p>
        </p:txBody>
      </p:sp>
      <p:sp>
        <p:nvSpPr>
          <p:cNvPr id="8" name="Segnaposto piè di pagina 7">
            <a:extLst>
              <a:ext uri="{FF2B5EF4-FFF2-40B4-BE49-F238E27FC236}">
                <a16:creationId xmlns:a16="http://schemas.microsoft.com/office/drawing/2014/main" id="{292EA8F4-430E-4637-AD27-1E79ECB831A4}"/>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CC9F4D8F-F763-4238-AEDB-28E99B7C615E}"/>
              </a:ext>
            </a:extLst>
          </p:cNvPr>
          <p:cNvSpPr>
            <a:spLocks noGrp="1"/>
          </p:cNvSpPr>
          <p:nvPr>
            <p:ph type="sldNum" sz="quarter" idx="12"/>
          </p:nvPr>
        </p:nvSpPr>
        <p:spPr/>
        <p:txBody>
          <a:bodyPr/>
          <a:lstStyle/>
          <a:p>
            <a:fld id="{6F99A74C-F6CC-4BFA-91C0-046F6ABEB276}" type="slidenum">
              <a:rPr lang="it-IT" smtClean="0"/>
              <a:t>‹N›</a:t>
            </a:fld>
            <a:endParaRPr lang="it-IT"/>
          </a:p>
        </p:txBody>
      </p:sp>
    </p:spTree>
    <p:extLst>
      <p:ext uri="{BB962C8B-B14F-4D97-AF65-F5344CB8AC3E}">
        <p14:creationId xmlns:p14="http://schemas.microsoft.com/office/powerpoint/2010/main" val="1652346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F5C93E5-1F71-42EA-91C6-E0FE4454903D}"/>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3FABC3D0-4AD8-4858-AB82-1EC1B27AF4A3}"/>
              </a:ext>
            </a:extLst>
          </p:cNvPr>
          <p:cNvSpPr>
            <a:spLocks noGrp="1"/>
          </p:cNvSpPr>
          <p:nvPr>
            <p:ph type="dt" sz="half" idx="10"/>
          </p:nvPr>
        </p:nvSpPr>
        <p:spPr/>
        <p:txBody>
          <a:bodyPr/>
          <a:lstStyle/>
          <a:p>
            <a:fld id="{7102E746-DD93-40B8-B50B-810D5554210E}" type="datetimeFigureOut">
              <a:rPr lang="it-IT" smtClean="0"/>
              <a:t>28/04/2026</a:t>
            </a:fld>
            <a:endParaRPr lang="it-IT"/>
          </a:p>
        </p:txBody>
      </p:sp>
      <p:sp>
        <p:nvSpPr>
          <p:cNvPr id="4" name="Segnaposto piè di pagina 3">
            <a:extLst>
              <a:ext uri="{FF2B5EF4-FFF2-40B4-BE49-F238E27FC236}">
                <a16:creationId xmlns:a16="http://schemas.microsoft.com/office/drawing/2014/main" id="{BFCAD017-47ED-438A-9100-8EE217E74685}"/>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B4B6D3D6-CF03-411C-8D74-1C64827425B8}"/>
              </a:ext>
            </a:extLst>
          </p:cNvPr>
          <p:cNvSpPr>
            <a:spLocks noGrp="1"/>
          </p:cNvSpPr>
          <p:nvPr>
            <p:ph type="sldNum" sz="quarter" idx="12"/>
          </p:nvPr>
        </p:nvSpPr>
        <p:spPr/>
        <p:txBody>
          <a:bodyPr/>
          <a:lstStyle/>
          <a:p>
            <a:fld id="{6F99A74C-F6CC-4BFA-91C0-046F6ABEB276}" type="slidenum">
              <a:rPr lang="it-IT" smtClean="0"/>
              <a:t>‹N›</a:t>
            </a:fld>
            <a:endParaRPr lang="it-IT"/>
          </a:p>
        </p:txBody>
      </p:sp>
    </p:spTree>
    <p:extLst>
      <p:ext uri="{BB962C8B-B14F-4D97-AF65-F5344CB8AC3E}">
        <p14:creationId xmlns:p14="http://schemas.microsoft.com/office/powerpoint/2010/main" val="2391881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69BE8D41-A1CB-458A-A25E-02EE60523C1E}"/>
              </a:ext>
            </a:extLst>
          </p:cNvPr>
          <p:cNvSpPr>
            <a:spLocks noGrp="1"/>
          </p:cNvSpPr>
          <p:nvPr>
            <p:ph type="dt" sz="half" idx="10"/>
          </p:nvPr>
        </p:nvSpPr>
        <p:spPr/>
        <p:txBody>
          <a:bodyPr/>
          <a:lstStyle/>
          <a:p>
            <a:fld id="{7102E746-DD93-40B8-B50B-810D5554210E}" type="datetimeFigureOut">
              <a:rPr lang="it-IT" smtClean="0"/>
              <a:t>28/04/2026</a:t>
            </a:fld>
            <a:endParaRPr lang="it-IT"/>
          </a:p>
        </p:txBody>
      </p:sp>
      <p:sp>
        <p:nvSpPr>
          <p:cNvPr id="3" name="Segnaposto piè di pagina 2">
            <a:extLst>
              <a:ext uri="{FF2B5EF4-FFF2-40B4-BE49-F238E27FC236}">
                <a16:creationId xmlns:a16="http://schemas.microsoft.com/office/drawing/2014/main" id="{3845212A-5709-462B-A69E-D3D21475561B}"/>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C31007FA-7A54-45AC-9A0A-A64EFB6BB555}"/>
              </a:ext>
            </a:extLst>
          </p:cNvPr>
          <p:cNvSpPr>
            <a:spLocks noGrp="1"/>
          </p:cNvSpPr>
          <p:nvPr>
            <p:ph type="sldNum" sz="quarter" idx="12"/>
          </p:nvPr>
        </p:nvSpPr>
        <p:spPr/>
        <p:txBody>
          <a:bodyPr/>
          <a:lstStyle/>
          <a:p>
            <a:fld id="{6F99A74C-F6CC-4BFA-91C0-046F6ABEB276}" type="slidenum">
              <a:rPr lang="it-IT" smtClean="0"/>
              <a:t>‹N›</a:t>
            </a:fld>
            <a:endParaRPr lang="it-IT"/>
          </a:p>
        </p:txBody>
      </p:sp>
    </p:spTree>
    <p:extLst>
      <p:ext uri="{BB962C8B-B14F-4D97-AF65-F5344CB8AC3E}">
        <p14:creationId xmlns:p14="http://schemas.microsoft.com/office/powerpoint/2010/main" val="263988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DBC6480-2B43-4488-A035-5E7CD0693E15}"/>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4241833-13DA-4E54-9991-A022DA18DF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77568852-35F8-4D3C-9101-8609B92672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a:extLst>
              <a:ext uri="{FF2B5EF4-FFF2-40B4-BE49-F238E27FC236}">
                <a16:creationId xmlns:a16="http://schemas.microsoft.com/office/drawing/2014/main" id="{39A69A32-6957-48F8-87DA-BD4C27E8C45A}"/>
              </a:ext>
            </a:extLst>
          </p:cNvPr>
          <p:cNvSpPr>
            <a:spLocks noGrp="1"/>
          </p:cNvSpPr>
          <p:nvPr>
            <p:ph type="dt" sz="half" idx="10"/>
          </p:nvPr>
        </p:nvSpPr>
        <p:spPr/>
        <p:txBody>
          <a:bodyPr/>
          <a:lstStyle/>
          <a:p>
            <a:fld id="{7102E746-DD93-40B8-B50B-810D5554210E}" type="datetimeFigureOut">
              <a:rPr lang="it-IT" smtClean="0"/>
              <a:t>28/04/2026</a:t>
            </a:fld>
            <a:endParaRPr lang="it-IT"/>
          </a:p>
        </p:txBody>
      </p:sp>
      <p:sp>
        <p:nvSpPr>
          <p:cNvPr id="6" name="Segnaposto piè di pagina 5">
            <a:extLst>
              <a:ext uri="{FF2B5EF4-FFF2-40B4-BE49-F238E27FC236}">
                <a16:creationId xmlns:a16="http://schemas.microsoft.com/office/drawing/2014/main" id="{C088C200-D696-4FB0-85A5-D1A12BD00D2C}"/>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DC905F5-30EB-4703-AF64-6B5BDE8BF542}"/>
              </a:ext>
            </a:extLst>
          </p:cNvPr>
          <p:cNvSpPr>
            <a:spLocks noGrp="1"/>
          </p:cNvSpPr>
          <p:nvPr>
            <p:ph type="sldNum" sz="quarter" idx="12"/>
          </p:nvPr>
        </p:nvSpPr>
        <p:spPr/>
        <p:txBody>
          <a:bodyPr/>
          <a:lstStyle/>
          <a:p>
            <a:fld id="{6F99A74C-F6CC-4BFA-91C0-046F6ABEB276}" type="slidenum">
              <a:rPr lang="it-IT" smtClean="0"/>
              <a:t>‹N›</a:t>
            </a:fld>
            <a:endParaRPr lang="it-IT"/>
          </a:p>
        </p:txBody>
      </p:sp>
    </p:spTree>
    <p:extLst>
      <p:ext uri="{BB962C8B-B14F-4D97-AF65-F5344CB8AC3E}">
        <p14:creationId xmlns:p14="http://schemas.microsoft.com/office/powerpoint/2010/main" val="2701837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70684A2-0D06-4868-BEF1-1C8F5EE4D634}"/>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C34C16FE-A694-45F2-9797-D9617C93E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6F488E63-91D1-45C7-9F0F-57754DB4C0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a:extLst>
              <a:ext uri="{FF2B5EF4-FFF2-40B4-BE49-F238E27FC236}">
                <a16:creationId xmlns:a16="http://schemas.microsoft.com/office/drawing/2014/main" id="{93538086-3CF0-4744-8830-E62F67ABC384}"/>
              </a:ext>
            </a:extLst>
          </p:cNvPr>
          <p:cNvSpPr>
            <a:spLocks noGrp="1"/>
          </p:cNvSpPr>
          <p:nvPr>
            <p:ph type="dt" sz="half" idx="10"/>
          </p:nvPr>
        </p:nvSpPr>
        <p:spPr/>
        <p:txBody>
          <a:bodyPr/>
          <a:lstStyle/>
          <a:p>
            <a:fld id="{7102E746-DD93-40B8-B50B-810D5554210E}" type="datetimeFigureOut">
              <a:rPr lang="it-IT" smtClean="0"/>
              <a:t>28/04/2026</a:t>
            </a:fld>
            <a:endParaRPr lang="it-IT"/>
          </a:p>
        </p:txBody>
      </p:sp>
      <p:sp>
        <p:nvSpPr>
          <p:cNvPr id="6" name="Segnaposto piè di pagina 5">
            <a:extLst>
              <a:ext uri="{FF2B5EF4-FFF2-40B4-BE49-F238E27FC236}">
                <a16:creationId xmlns:a16="http://schemas.microsoft.com/office/drawing/2014/main" id="{C0365CA4-8B06-47A0-B3EB-64B0EDC6202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3EEFA72A-42E0-4B80-BBE6-7A267A16F951}"/>
              </a:ext>
            </a:extLst>
          </p:cNvPr>
          <p:cNvSpPr>
            <a:spLocks noGrp="1"/>
          </p:cNvSpPr>
          <p:nvPr>
            <p:ph type="sldNum" sz="quarter" idx="12"/>
          </p:nvPr>
        </p:nvSpPr>
        <p:spPr/>
        <p:txBody>
          <a:bodyPr/>
          <a:lstStyle/>
          <a:p>
            <a:fld id="{6F99A74C-F6CC-4BFA-91C0-046F6ABEB276}" type="slidenum">
              <a:rPr lang="it-IT" smtClean="0"/>
              <a:t>‹N›</a:t>
            </a:fld>
            <a:endParaRPr lang="it-IT"/>
          </a:p>
        </p:txBody>
      </p:sp>
    </p:spTree>
    <p:extLst>
      <p:ext uri="{BB962C8B-B14F-4D97-AF65-F5344CB8AC3E}">
        <p14:creationId xmlns:p14="http://schemas.microsoft.com/office/powerpoint/2010/main" val="670669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A6A6EE1-E23E-4463-9A40-0C4ACEE5C4A8}"/>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737B3953-033F-4715-BE45-7D4ADCB51352}"/>
              </a:ext>
            </a:extLst>
          </p:cNvPr>
          <p:cNvSpPr>
            <a:spLocks noGrp="1"/>
          </p:cNvSpPr>
          <p:nvPr>
            <p:ph type="body" orient="vert" idx="1"/>
          </p:nvPr>
        </p:nvSpPr>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B49DC6C6-5979-418C-989F-BF974CB7A065}"/>
              </a:ext>
            </a:extLst>
          </p:cNvPr>
          <p:cNvSpPr>
            <a:spLocks noGrp="1"/>
          </p:cNvSpPr>
          <p:nvPr>
            <p:ph type="dt" sz="half" idx="10"/>
          </p:nvPr>
        </p:nvSpPr>
        <p:spPr/>
        <p:txBody>
          <a:bodyPr/>
          <a:lstStyle/>
          <a:p>
            <a:fld id="{7102E746-DD93-40B8-B50B-810D5554210E}" type="datetimeFigureOut">
              <a:rPr lang="it-IT" smtClean="0"/>
              <a:t>28/04/2026</a:t>
            </a:fld>
            <a:endParaRPr lang="it-IT"/>
          </a:p>
        </p:txBody>
      </p:sp>
      <p:sp>
        <p:nvSpPr>
          <p:cNvPr id="5" name="Segnaposto piè di pagina 4">
            <a:extLst>
              <a:ext uri="{FF2B5EF4-FFF2-40B4-BE49-F238E27FC236}">
                <a16:creationId xmlns:a16="http://schemas.microsoft.com/office/drawing/2014/main" id="{F609ED7A-F689-4D04-A43A-5832B7516C2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0243EBF-B8F5-4A3A-BBF2-748E740AC1F1}"/>
              </a:ext>
            </a:extLst>
          </p:cNvPr>
          <p:cNvSpPr>
            <a:spLocks noGrp="1"/>
          </p:cNvSpPr>
          <p:nvPr>
            <p:ph type="sldNum" sz="quarter" idx="12"/>
          </p:nvPr>
        </p:nvSpPr>
        <p:spPr/>
        <p:txBody>
          <a:bodyPr/>
          <a:lstStyle/>
          <a:p>
            <a:fld id="{6F99A74C-F6CC-4BFA-91C0-046F6ABEB276}" type="slidenum">
              <a:rPr lang="it-IT" smtClean="0"/>
              <a:t>‹N›</a:t>
            </a:fld>
            <a:endParaRPr lang="it-IT"/>
          </a:p>
        </p:txBody>
      </p:sp>
    </p:spTree>
    <p:extLst>
      <p:ext uri="{BB962C8B-B14F-4D97-AF65-F5344CB8AC3E}">
        <p14:creationId xmlns:p14="http://schemas.microsoft.com/office/powerpoint/2010/main" val="2422497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7AB3E9E4-F3F1-4CED-8586-29A5192F4280}"/>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F9DE6F94-06E8-4786-979F-6795E45FA320}"/>
              </a:ext>
            </a:extLst>
          </p:cNvPr>
          <p:cNvSpPr>
            <a:spLocks noGrp="1"/>
          </p:cNvSpPr>
          <p:nvPr>
            <p:ph type="body" orient="vert" idx="1"/>
          </p:nvPr>
        </p:nvSpPr>
        <p:spPr>
          <a:xfrm>
            <a:off x="838200" y="365125"/>
            <a:ext cx="7734300" cy="5811838"/>
          </a:xfrm>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1ED197E-7A9F-459E-A2E2-D674443687A1}"/>
              </a:ext>
            </a:extLst>
          </p:cNvPr>
          <p:cNvSpPr>
            <a:spLocks noGrp="1"/>
          </p:cNvSpPr>
          <p:nvPr>
            <p:ph type="dt" sz="half" idx="10"/>
          </p:nvPr>
        </p:nvSpPr>
        <p:spPr/>
        <p:txBody>
          <a:bodyPr/>
          <a:lstStyle/>
          <a:p>
            <a:fld id="{7102E746-DD93-40B8-B50B-810D5554210E}" type="datetimeFigureOut">
              <a:rPr lang="it-IT" smtClean="0"/>
              <a:t>28/04/2026</a:t>
            </a:fld>
            <a:endParaRPr lang="it-IT"/>
          </a:p>
        </p:txBody>
      </p:sp>
      <p:sp>
        <p:nvSpPr>
          <p:cNvPr id="5" name="Segnaposto piè di pagina 4">
            <a:extLst>
              <a:ext uri="{FF2B5EF4-FFF2-40B4-BE49-F238E27FC236}">
                <a16:creationId xmlns:a16="http://schemas.microsoft.com/office/drawing/2014/main" id="{4C23111C-5F17-46FB-833D-3E8D8CD0277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F0136F4-F2A3-4B78-A829-34A53173665E}"/>
              </a:ext>
            </a:extLst>
          </p:cNvPr>
          <p:cNvSpPr>
            <a:spLocks noGrp="1"/>
          </p:cNvSpPr>
          <p:nvPr>
            <p:ph type="sldNum" sz="quarter" idx="12"/>
          </p:nvPr>
        </p:nvSpPr>
        <p:spPr/>
        <p:txBody>
          <a:bodyPr/>
          <a:lstStyle/>
          <a:p>
            <a:fld id="{6F99A74C-F6CC-4BFA-91C0-046F6ABEB276}" type="slidenum">
              <a:rPr lang="it-IT" smtClean="0"/>
              <a:t>‹N›</a:t>
            </a:fld>
            <a:endParaRPr lang="it-IT"/>
          </a:p>
        </p:txBody>
      </p:sp>
    </p:spTree>
    <p:extLst>
      <p:ext uri="{BB962C8B-B14F-4D97-AF65-F5344CB8AC3E}">
        <p14:creationId xmlns:p14="http://schemas.microsoft.com/office/powerpoint/2010/main" val="3318985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F1E1CF9B-BBAE-4D02-99E8-FB9DB13646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04823397-98D7-4AE2-9399-41C3F013B7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1CAAA7F4-76DE-46C9-83E4-3C9D082077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02E746-DD93-40B8-B50B-810D5554210E}" type="datetimeFigureOut">
              <a:rPr lang="it-IT" smtClean="0"/>
              <a:t>28/04/2026</a:t>
            </a:fld>
            <a:endParaRPr lang="it-IT"/>
          </a:p>
        </p:txBody>
      </p:sp>
      <p:sp>
        <p:nvSpPr>
          <p:cNvPr id="5" name="Segnaposto piè di pagina 4">
            <a:extLst>
              <a:ext uri="{FF2B5EF4-FFF2-40B4-BE49-F238E27FC236}">
                <a16:creationId xmlns:a16="http://schemas.microsoft.com/office/drawing/2014/main" id="{B65C3652-227D-40BB-8EA1-46AE5B05B8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1391F7FE-FBF9-42DE-877E-6D5E16486A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99A74C-F6CC-4BFA-91C0-046F6ABEB276}" type="slidenum">
              <a:rPr lang="it-IT" smtClean="0"/>
              <a:t>‹N›</a:t>
            </a:fld>
            <a:endParaRPr lang="it-IT"/>
          </a:p>
        </p:txBody>
      </p:sp>
    </p:spTree>
    <p:extLst>
      <p:ext uri="{BB962C8B-B14F-4D97-AF65-F5344CB8AC3E}">
        <p14:creationId xmlns:p14="http://schemas.microsoft.com/office/powerpoint/2010/main" val="3429459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virtualbox.org/wiki/Download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linuxcapable.com/install-visual-studio-code-on-ubuntu-linux/"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repo.anaconda.com/archive/" TargetMode="External"/><Relationship Id="rId2" Type="http://schemas.openxmlformats.org/officeDocument/2006/relationships/hyperlink" Target="https://greenwebpage.com/community/how-to-install-conda-on-ubuntu-24-04/" TargetMode="External"/><Relationship Id="rId1" Type="http://schemas.openxmlformats.org/officeDocument/2006/relationships/slideLayout" Target="../slideLayouts/slideLayout2.xml"/><Relationship Id="rId4" Type="http://schemas.openxmlformats.org/officeDocument/2006/relationships/hyperlink" Target="https://repo.anaconda.com/archive/Anaconda3-2025.12-2-Linux-x86_64.sh"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F0636A5-7FD0-4085-BE41-14A68EFE4238}"/>
              </a:ext>
            </a:extLst>
          </p:cNvPr>
          <p:cNvSpPr>
            <a:spLocks noGrp="1"/>
          </p:cNvSpPr>
          <p:nvPr>
            <p:ph type="ctrTitle"/>
          </p:nvPr>
        </p:nvSpPr>
        <p:spPr/>
        <p:txBody>
          <a:bodyPr/>
          <a:lstStyle/>
          <a:p>
            <a:r>
              <a:rPr lang="it-IT" dirty="0" err="1"/>
              <a:t>Teachable</a:t>
            </a:r>
            <a:r>
              <a:rPr lang="it-IT" dirty="0"/>
              <a:t> Machine</a:t>
            </a:r>
          </a:p>
        </p:txBody>
      </p:sp>
      <p:sp>
        <p:nvSpPr>
          <p:cNvPr id="3" name="Sottotitolo 2">
            <a:extLst>
              <a:ext uri="{FF2B5EF4-FFF2-40B4-BE49-F238E27FC236}">
                <a16:creationId xmlns:a16="http://schemas.microsoft.com/office/drawing/2014/main" id="{EE562C3C-B7E4-4127-9A1C-73FF05CFB22D}"/>
              </a:ext>
            </a:extLst>
          </p:cNvPr>
          <p:cNvSpPr>
            <a:spLocks noGrp="1"/>
          </p:cNvSpPr>
          <p:nvPr>
            <p:ph type="subTitle" idx="1"/>
          </p:nvPr>
        </p:nvSpPr>
        <p:spPr/>
        <p:txBody>
          <a:bodyPr>
            <a:normAutofit lnSpcReduction="10000"/>
          </a:bodyPr>
          <a:lstStyle/>
          <a:p>
            <a:r>
              <a:rPr lang="it-IT" dirty="0"/>
              <a:t>Il classificatore di immagini di </a:t>
            </a:r>
            <a:r>
              <a:rPr lang="it-IT" b="1" dirty="0" err="1"/>
              <a:t>Teachable</a:t>
            </a:r>
            <a:r>
              <a:rPr lang="it-IT" b="1" dirty="0"/>
              <a:t> Machine</a:t>
            </a:r>
            <a:r>
              <a:rPr lang="it-IT" dirty="0"/>
              <a:t> è uno strumento basato sul web che permette di creare modelli di machine learning in modo visivo, senza scrivere una riga di codice. È pensato per scopi educativi, prototipazione rapida e per chiunque voglia approcciarsi all'IA in modo intuitivo.</a:t>
            </a:r>
          </a:p>
        </p:txBody>
      </p:sp>
    </p:spTree>
    <p:extLst>
      <p:ext uri="{BB962C8B-B14F-4D97-AF65-F5344CB8AC3E}">
        <p14:creationId xmlns:p14="http://schemas.microsoft.com/office/powerpoint/2010/main" val="3867363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A7714A8-F6B4-4E07-A54C-310AD8BF91A1}"/>
              </a:ext>
            </a:extLst>
          </p:cNvPr>
          <p:cNvSpPr>
            <a:spLocks noGrp="1"/>
          </p:cNvSpPr>
          <p:nvPr>
            <p:ph type="title"/>
          </p:nvPr>
        </p:nvSpPr>
        <p:spPr/>
        <p:txBody>
          <a:bodyPr/>
          <a:lstStyle/>
          <a:p>
            <a:r>
              <a:rPr lang="it-IT" dirty="0"/>
              <a:t>Preparazione dell’ambiente</a:t>
            </a:r>
          </a:p>
        </p:txBody>
      </p:sp>
      <p:sp>
        <p:nvSpPr>
          <p:cNvPr id="3" name="Segnaposto testo 2">
            <a:extLst>
              <a:ext uri="{FF2B5EF4-FFF2-40B4-BE49-F238E27FC236}">
                <a16:creationId xmlns:a16="http://schemas.microsoft.com/office/drawing/2014/main" id="{2B81B3DB-5F6C-41D9-84B2-A38A32B7763A}"/>
              </a:ext>
            </a:extLst>
          </p:cNvPr>
          <p:cNvSpPr>
            <a:spLocks noGrp="1"/>
          </p:cNvSpPr>
          <p:nvPr>
            <p:ph type="body" idx="1"/>
          </p:nvPr>
        </p:nvSpPr>
        <p:spPr/>
        <p:txBody>
          <a:bodyPr/>
          <a:lstStyle/>
          <a:p>
            <a:endParaRPr lang="it-IT"/>
          </a:p>
        </p:txBody>
      </p:sp>
    </p:spTree>
    <p:extLst>
      <p:ext uri="{BB962C8B-B14F-4D97-AF65-F5344CB8AC3E}">
        <p14:creationId xmlns:p14="http://schemas.microsoft.com/office/powerpoint/2010/main" val="1292420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0FEB6F6-468B-4400-901D-C54FC01FB330}"/>
              </a:ext>
            </a:extLst>
          </p:cNvPr>
          <p:cNvSpPr>
            <a:spLocks noGrp="1"/>
          </p:cNvSpPr>
          <p:nvPr>
            <p:ph type="title"/>
          </p:nvPr>
        </p:nvSpPr>
        <p:spPr/>
        <p:txBody>
          <a:bodyPr/>
          <a:lstStyle/>
          <a:p>
            <a:r>
              <a:rPr lang="en-US" dirty="0"/>
              <a:t>INSTALLAZIONE GUEST ADDITIONS ON VIRTUAL BOX</a:t>
            </a:r>
            <a:endParaRPr lang="it-IT" dirty="0"/>
          </a:p>
        </p:txBody>
      </p:sp>
      <p:sp>
        <p:nvSpPr>
          <p:cNvPr id="3" name="Segnaposto testo 2">
            <a:extLst>
              <a:ext uri="{FF2B5EF4-FFF2-40B4-BE49-F238E27FC236}">
                <a16:creationId xmlns:a16="http://schemas.microsoft.com/office/drawing/2014/main" id="{F1E1EB57-B32A-4E89-9923-40DBE1345D78}"/>
              </a:ext>
            </a:extLst>
          </p:cNvPr>
          <p:cNvSpPr>
            <a:spLocks noGrp="1"/>
          </p:cNvSpPr>
          <p:nvPr>
            <p:ph idx="1"/>
          </p:nvPr>
        </p:nvSpPr>
        <p:spPr/>
        <p:txBody>
          <a:bodyPr>
            <a:normAutofit fontScale="92500"/>
          </a:bodyPr>
          <a:lstStyle/>
          <a:p>
            <a:r>
              <a:rPr lang="it-IT" b="1" dirty="0"/>
              <a:t>Per l’utilizzo delle cartelle condivise fra </a:t>
            </a:r>
            <a:r>
              <a:rPr lang="it-IT" b="1" dirty="0" err="1"/>
              <a:t>host</a:t>
            </a:r>
            <a:r>
              <a:rPr lang="it-IT" b="1" dirty="0"/>
              <a:t> e guest</a:t>
            </a:r>
          </a:p>
          <a:p>
            <a:r>
              <a:rPr lang="en-US" dirty="0"/>
              <a:t>To install VirtualBox Guest Additions, start the virtual machine, click Devices in the top menu, and select Insert Guest Additions CD Image. Open the virtual CD drive in the guest OS and run VBoxWindowsAdditions.exe (Windows) or </a:t>
            </a:r>
            <a:r>
              <a:rPr lang="en-US" dirty="0" err="1"/>
              <a:t>sudo</a:t>
            </a:r>
            <a:r>
              <a:rPr lang="en-US" dirty="0"/>
              <a:t> ./</a:t>
            </a:r>
            <a:r>
              <a:rPr lang="en-US" dirty="0" err="1"/>
              <a:t>VBoxLinuxAdditions.run</a:t>
            </a:r>
            <a:r>
              <a:rPr lang="en-US" dirty="0"/>
              <a:t> (Linux), then reboot. This enables shared folders, clipboard sharing, and screen resizing.</a:t>
            </a:r>
          </a:p>
          <a:p>
            <a:r>
              <a:rPr lang="en-US" dirty="0"/>
              <a:t>To create a shared folder in VirtualBox, first ensure Guest Additions are installed in your virtual machine (VM). Go to Settings &gt; Shared Folders in the VirtualBox manager, click the Add Machine Folder (+) icon, select the Folder Path on your host, check Auto-mount, and click OK.</a:t>
            </a:r>
          </a:p>
          <a:p>
            <a:endParaRPr lang="it-IT" dirty="0"/>
          </a:p>
          <a:p>
            <a:endParaRPr lang="it-IT" dirty="0"/>
          </a:p>
        </p:txBody>
      </p:sp>
    </p:spTree>
    <p:extLst>
      <p:ext uri="{BB962C8B-B14F-4D97-AF65-F5344CB8AC3E}">
        <p14:creationId xmlns:p14="http://schemas.microsoft.com/office/powerpoint/2010/main" val="2998538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C5169F1-BFF2-49D1-BFD1-6A883A98A704}"/>
              </a:ext>
            </a:extLst>
          </p:cNvPr>
          <p:cNvSpPr>
            <a:spLocks noGrp="1"/>
          </p:cNvSpPr>
          <p:nvPr>
            <p:ph type="title"/>
          </p:nvPr>
        </p:nvSpPr>
        <p:spPr/>
        <p:txBody>
          <a:bodyPr/>
          <a:lstStyle/>
          <a:p>
            <a:r>
              <a:rPr lang="it-IT" b="1" dirty="0"/>
              <a:t>Installazione </a:t>
            </a:r>
            <a:r>
              <a:rPr lang="it-IT" b="1" dirty="0" err="1"/>
              <a:t>VirtualBox</a:t>
            </a:r>
            <a:r>
              <a:rPr lang="it-IT" b="1" dirty="0"/>
              <a:t> Extension Pack</a:t>
            </a:r>
            <a:endParaRPr lang="it-IT" dirty="0"/>
          </a:p>
        </p:txBody>
      </p:sp>
      <p:sp>
        <p:nvSpPr>
          <p:cNvPr id="3" name="Segnaposto contenuto 2">
            <a:extLst>
              <a:ext uri="{FF2B5EF4-FFF2-40B4-BE49-F238E27FC236}">
                <a16:creationId xmlns:a16="http://schemas.microsoft.com/office/drawing/2014/main" id="{519869AD-817D-4275-BF46-6B34BEF9396B}"/>
              </a:ext>
            </a:extLst>
          </p:cNvPr>
          <p:cNvSpPr>
            <a:spLocks noGrp="1"/>
          </p:cNvSpPr>
          <p:nvPr>
            <p:ph idx="1"/>
          </p:nvPr>
        </p:nvSpPr>
        <p:spPr/>
        <p:txBody>
          <a:bodyPr/>
          <a:lstStyle/>
          <a:p>
            <a:r>
              <a:rPr lang="it-IT" dirty="0"/>
              <a:t>To </a:t>
            </a:r>
            <a:r>
              <a:rPr lang="it-IT" dirty="0" err="1"/>
              <a:t>install</a:t>
            </a:r>
            <a:r>
              <a:rPr lang="it-IT" dirty="0"/>
              <a:t> the </a:t>
            </a:r>
            <a:r>
              <a:rPr lang="it-IT" dirty="0" err="1"/>
              <a:t>VirtualBox</a:t>
            </a:r>
            <a:r>
              <a:rPr lang="it-IT" dirty="0"/>
              <a:t> Extension Pack, download the file </a:t>
            </a:r>
            <a:r>
              <a:rPr lang="it-IT" dirty="0" err="1"/>
              <a:t>matching</a:t>
            </a:r>
            <a:r>
              <a:rPr lang="it-IT" dirty="0"/>
              <a:t> </a:t>
            </a:r>
            <a:r>
              <a:rPr lang="it-IT" dirty="0" err="1"/>
              <a:t>your</a:t>
            </a:r>
            <a:r>
              <a:rPr lang="it-IT" dirty="0"/>
              <a:t> </a:t>
            </a:r>
            <a:r>
              <a:rPr lang="it-IT" dirty="0" err="1"/>
              <a:t>VirtualBox</a:t>
            </a:r>
            <a:r>
              <a:rPr lang="it-IT" dirty="0"/>
              <a:t> </a:t>
            </a:r>
            <a:r>
              <a:rPr lang="it-IT" dirty="0" err="1"/>
              <a:t>version</a:t>
            </a:r>
            <a:r>
              <a:rPr lang="it-IT" dirty="0"/>
              <a:t> from the </a:t>
            </a:r>
            <a:r>
              <a:rPr lang="it-IT" dirty="0" err="1">
                <a:hlinkClick r:id="rId2"/>
              </a:rPr>
              <a:t>official</a:t>
            </a:r>
            <a:r>
              <a:rPr lang="it-IT" dirty="0">
                <a:hlinkClick r:id="rId2"/>
              </a:rPr>
              <a:t> website</a:t>
            </a:r>
            <a:r>
              <a:rPr lang="it-IT" dirty="0"/>
              <a:t>, </a:t>
            </a:r>
          </a:p>
          <a:p>
            <a:r>
              <a:rPr lang="it-IT" dirty="0"/>
              <a:t>Open </a:t>
            </a:r>
            <a:r>
              <a:rPr lang="it-IT" dirty="0" err="1"/>
              <a:t>VirtualBox</a:t>
            </a:r>
            <a:r>
              <a:rPr lang="it-IT" dirty="0"/>
              <a:t>, go to </a:t>
            </a:r>
            <a:r>
              <a:rPr lang="it-IT" b="1" dirty="0">
                <a:effectLst/>
              </a:rPr>
              <a:t>File &gt; Tools &gt; Extension Pack Manager</a:t>
            </a:r>
            <a:r>
              <a:rPr lang="it-IT" dirty="0"/>
              <a:t>, click </a:t>
            </a:r>
            <a:r>
              <a:rPr lang="it-IT" b="1" dirty="0" err="1">
                <a:effectLst/>
              </a:rPr>
              <a:t>Install</a:t>
            </a:r>
            <a:r>
              <a:rPr lang="it-IT" dirty="0"/>
              <a:t>, and select the </a:t>
            </a:r>
            <a:r>
              <a:rPr lang="it-IT" dirty="0" err="1"/>
              <a:t>downloaded</a:t>
            </a:r>
            <a:r>
              <a:rPr lang="it-IT" dirty="0"/>
              <a:t> file. The pack </a:t>
            </a:r>
            <a:r>
              <a:rPr lang="it-IT" dirty="0" err="1"/>
              <a:t>adds</a:t>
            </a:r>
            <a:r>
              <a:rPr lang="it-IT" dirty="0"/>
              <a:t> support for USB 2.0/3.0, RDP, disk </a:t>
            </a:r>
            <a:r>
              <a:rPr lang="it-IT" dirty="0" err="1"/>
              <a:t>encryption</a:t>
            </a:r>
            <a:r>
              <a:rPr lang="it-IT" dirty="0"/>
              <a:t>, and </a:t>
            </a:r>
            <a:r>
              <a:rPr lang="it-IT" dirty="0" err="1"/>
              <a:t>NVMe</a:t>
            </a:r>
            <a:endParaRPr lang="it-IT" dirty="0"/>
          </a:p>
          <a:p>
            <a:r>
              <a:rPr lang="it-IT" b="1" dirty="0"/>
              <a:t>Necessario per usare videocamera dalla VM</a:t>
            </a:r>
          </a:p>
        </p:txBody>
      </p:sp>
    </p:spTree>
    <p:extLst>
      <p:ext uri="{BB962C8B-B14F-4D97-AF65-F5344CB8AC3E}">
        <p14:creationId xmlns:p14="http://schemas.microsoft.com/office/powerpoint/2010/main" val="1509183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AA43377-1DE0-43D8-8588-279E039C9079}"/>
              </a:ext>
            </a:extLst>
          </p:cNvPr>
          <p:cNvSpPr>
            <a:spLocks noGrp="1"/>
          </p:cNvSpPr>
          <p:nvPr>
            <p:ph type="title"/>
          </p:nvPr>
        </p:nvSpPr>
        <p:spPr/>
        <p:txBody>
          <a:bodyPr/>
          <a:lstStyle/>
          <a:p>
            <a:r>
              <a:rPr lang="it-IT" dirty="0"/>
              <a:t>Installazione Visual Studio Code 1/2</a:t>
            </a:r>
          </a:p>
        </p:txBody>
      </p:sp>
      <p:sp>
        <p:nvSpPr>
          <p:cNvPr id="3" name="Segnaposto contenuto 2">
            <a:extLst>
              <a:ext uri="{FF2B5EF4-FFF2-40B4-BE49-F238E27FC236}">
                <a16:creationId xmlns:a16="http://schemas.microsoft.com/office/drawing/2014/main" id="{416D62FC-0B5F-477D-941E-F7F73AC88792}"/>
              </a:ext>
            </a:extLst>
          </p:cNvPr>
          <p:cNvSpPr>
            <a:spLocks noGrp="1"/>
          </p:cNvSpPr>
          <p:nvPr>
            <p:ph idx="1"/>
          </p:nvPr>
        </p:nvSpPr>
        <p:spPr/>
        <p:txBody>
          <a:bodyPr>
            <a:normAutofit fontScale="85000" lnSpcReduction="20000"/>
          </a:bodyPr>
          <a:lstStyle/>
          <a:p>
            <a:r>
              <a:rPr lang="it-IT" dirty="0">
                <a:hlinkClick r:id="rId3"/>
              </a:rPr>
              <a:t>https://linuxcapable.com/install-visual-studio-code-on-ubuntu-linux/</a:t>
            </a:r>
            <a:endParaRPr lang="it-IT" dirty="0"/>
          </a:p>
          <a:p>
            <a:r>
              <a:rPr lang="it-IT" dirty="0"/>
              <a:t>sudo </a:t>
            </a:r>
            <a:r>
              <a:rPr lang="it-IT" dirty="0" err="1"/>
              <a:t>apt</a:t>
            </a:r>
            <a:r>
              <a:rPr lang="it-IT" dirty="0"/>
              <a:t> update &amp;&amp; sudo </a:t>
            </a:r>
            <a:r>
              <a:rPr lang="it-IT" dirty="0" err="1"/>
              <a:t>apt</a:t>
            </a:r>
            <a:r>
              <a:rPr lang="it-IT" dirty="0"/>
              <a:t> upgrade</a:t>
            </a:r>
          </a:p>
          <a:p>
            <a:r>
              <a:rPr lang="es-ES" dirty="0"/>
              <a:t>sudo </a:t>
            </a:r>
            <a:r>
              <a:rPr lang="es-ES" dirty="0" err="1"/>
              <a:t>apt</a:t>
            </a:r>
            <a:r>
              <a:rPr lang="es-ES" dirty="0"/>
              <a:t> </a:t>
            </a:r>
            <a:r>
              <a:rPr lang="es-ES" dirty="0" err="1"/>
              <a:t>install</a:t>
            </a:r>
            <a:r>
              <a:rPr lang="es-ES" dirty="0"/>
              <a:t> </a:t>
            </a:r>
            <a:r>
              <a:rPr lang="es-ES" dirty="0" err="1"/>
              <a:t>curl</a:t>
            </a:r>
            <a:r>
              <a:rPr lang="es-ES" dirty="0"/>
              <a:t> </a:t>
            </a:r>
            <a:r>
              <a:rPr lang="es-ES" dirty="0" err="1"/>
              <a:t>gpg</a:t>
            </a:r>
            <a:r>
              <a:rPr lang="es-ES" dirty="0"/>
              <a:t> –y</a:t>
            </a:r>
          </a:p>
          <a:p>
            <a:r>
              <a:rPr lang="es-ES" dirty="0" err="1"/>
              <a:t>curl</a:t>
            </a:r>
            <a:r>
              <a:rPr lang="es-ES" dirty="0"/>
              <a:t> -</a:t>
            </a:r>
            <a:r>
              <a:rPr lang="es-ES" dirty="0" err="1"/>
              <a:t>fsSL</a:t>
            </a:r>
            <a:r>
              <a:rPr lang="es-ES" dirty="0"/>
              <a:t> https://packages.microsoft.com/keys/microsoft.asc | sudo </a:t>
            </a:r>
            <a:r>
              <a:rPr lang="es-ES" dirty="0" err="1"/>
              <a:t>gpg</a:t>
            </a:r>
            <a:r>
              <a:rPr lang="es-ES" dirty="0"/>
              <a:t> --</a:t>
            </a:r>
            <a:r>
              <a:rPr lang="es-ES" dirty="0" err="1"/>
              <a:t>dearmor</a:t>
            </a:r>
            <a:r>
              <a:rPr lang="es-ES" dirty="0"/>
              <a:t> -o /</a:t>
            </a:r>
            <a:r>
              <a:rPr lang="es-ES" dirty="0" err="1"/>
              <a:t>usr</a:t>
            </a:r>
            <a:r>
              <a:rPr lang="es-ES" dirty="0"/>
              <a:t>/share/</a:t>
            </a:r>
            <a:r>
              <a:rPr lang="es-ES" dirty="0" err="1"/>
              <a:t>keyrings</a:t>
            </a:r>
            <a:r>
              <a:rPr lang="es-ES" dirty="0"/>
              <a:t>/</a:t>
            </a:r>
            <a:r>
              <a:rPr lang="es-ES" dirty="0" err="1"/>
              <a:t>microsoft.gpg</a:t>
            </a:r>
            <a:endParaRPr lang="es-ES" dirty="0"/>
          </a:p>
          <a:p>
            <a:pPr marL="0" indent="0">
              <a:buNone/>
            </a:pPr>
            <a:r>
              <a:rPr lang="es-ES" dirty="0"/>
              <a:t>echo "</a:t>
            </a:r>
            <a:r>
              <a:rPr lang="es-ES" dirty="0" err="1"/>
              <a:t>Types</a:t>
            </a:r>
            <a:r>
              <a:rPr lang="es-ES" dirty="0"/>
              <a:t>: </a:t>
            </a:r>
            <a:r>
              <a:rPr lang="es-ES" dirty="0" err="1"/>
              <a:t>deb</a:t>
            </a:r>
            <a:endParaRPr lang="es-ES" dirty="0"/>
          </a:p>
          <a:p>
            <a:pPr marL="0" indent="0">
              <a:buNone/>
            </a:pPr>
            <a:r>
              <a:rPr lang="es-ES" dirty="0" err="1"/>
              <a:t>URIs</a:t>
            </a:r>
            <a:r>
              <a:rPr lang="es-ES" dirty="0"/>
              <a:t>: https://packages.microsoft.com/repos/code</a:t>
            </a:r>
          </a:p>
          <a:p>
            <a:pPr marL="0" indent="0">
              <a:buNone/>
            </a:pPr>
            <a:r>
              <a:rPr lang="es-ES" dirty="0"/>
              <a:t>Suites: </a:t>
            </a:r>
            <a:r>
              <a:rPr lang="es-ES" dirty="0" err="1"/>
              <a:t>stable</a:t>
            </a:r>
            <a:endParaRPr lang="es-ES" dirty="0"/>
          </a:p>
          <a:p>
            <a:pPr marL="0" indent="0">
              <a:buNone/>
            </a:pPr>
            <a:r>
              <a:rPr lang="es-ES" dirty="0" err="1"/>
              <a:t>Components</a:t>
            </a:r>
            <a:r>
              <a:rPr lang="es-ES" dirty="0"/>
              <a:t>: </a:t>
            </a:r>
            <a:r>
              <a:rPr lang="es-ES" dirty="0" err="1"/>
              <a:t>main</a:t>
            </a:r>
            <a:endParaRPr lang="es-ES" dirty="0"/>
          </a:p>
          <a:p>
            <a:pPr marL="0" indent="0">
              <a:buNone/>
            </a:pPr>
            <a:r>
              <a:rPr lang="es-ES" dirty="0" err="1"/>
              <a:t>Architectures</a:t>
            </a:r>
            <a:r>
              <a:rPr lang="es-ES" dirty="0"/>
              <a:t>: amd64 arm64 </a:t>
            </a:r>
            <a:r>
              <a:rPr lang="es-ES" dirty="0" err="1"/>
              <a:t>armhf</a:t>
            </a:r>
            <a:endParaRPr lang="es-ES" dirty="0"/>
          </a:p>
          <a:p>
            <a:pPr marL="0" indent="0">
              <a:buNone/>
            </a:pPr>
            <a:r>
              <a:rPr lang="es-ES" dirty="0" err="1"/>
              <a:t>Signed-By</a:t>
            </a:r>
            <a:r>
              <a:rPr lang="es-ES" dirty="0"/>
              <a:t>: /</a:t>
            </a:r>
            <a:r>
              <a:rPr lang="es-ES" dirty="0" err="1"/>
              <a:t>usr</a:t>
            </a:r>
            <a:r>
              <a:rPr lang="es-ES" dirty="0"/>
              <a:t>/share/</a:t>
            </a:r>
            <a:r>
              <a:rPr lang="es-ES" dirty="0" err="1"/>
              <a:t>keyrings</a:t>
            </a:r>
            <a:r>
              <a:rPr lang="es-ES" dirty="0"/>
              <a:t>/</a:t>
            </a:r>
            <a:r>
              <a:rPr lang="es-ES" dirty="0" err="1"/>
              <a:t>microsoft.gpg</a:t>
            </a:r>
            <a:r>
              <a:rPr lang="es-ES" dirty="0"/>
              <a:t>" | sudo </a:t>
            </a:r>
            <a:r>
              <a:rPr lang="es-ES" dirty="0" err="1"/>
              <a:t>tee</a:t>
            </a:r>
            <a:r>
              <a:rPr lang="es-ES" dirty="0"/>
              <a:t> /</a:t>
            </a:r>
            <a:r>
              <a:rPr lang="es-ES" dirty="0" err="1"/>
              <a:t>etc</a:t>
            </a:r>
            <a:r>
              <a:rPr lang="es-ES" dirty="0"/>
              <a:t>/</a:t>
            </a:r>
            <a:r>
              <a:rPr lang="es-ES" dirty="0" err="1"/>
              <a:t>apt</a:t>
            </a:r>
            <a:r>
              <a:rPr lang="es-ES" dirty="0"/>
              <a:t>/</a:t>
            </a:r>
            <a:r>
              <a:rPr lang="es-ES" dirty="0" err="1"/>
              <a:t>sources.list.d</a:t>
            </a:r>
            <a:r>
              <a:rPr lang="es-ES" dirty="0"/>
              <a:t>/</a:t>
            </a:r>
            <a:r>
              <a:rPr lang="es-ES" dirty="0" err="1"/>
              <a:t>vscode.sources</a:t>
            </a:r>
            <a:r>
              <a:rPr lang="es-ES" dirty="0"/>
              <a:t> &gt; /</a:t>
            </a:r>
            <a:r>
              <a:rPr lang="es-ES" dirty="0" err="1"/>
              <a:t>dev</a:t>
            </a:r>
            <a:r>
              <a:rPr lang="es-ES" dirty="0"/>
              <a:t>/</a:t>
            </a:r>
            <a:r>
              <a:rPr lang="es-ES" dirty="0" err="1"/>
              <a:t>null</a:t>
            </a:r>
            <a:endParaRPr lang="es-ES" dirty="0"/>
          </a:p>
          <a:p>
            <a:pPr marL="0" indent="0">
              <a:buNone/>
            </a:pPr>
            <a:endParaRPr lang="es-ES" dirty="0"/>
          </a:p>
          <a:p>
            <a:pPr marL="0" indent="0">
              <a:buNone/>
            </a:pPr>
            <a:endParaRPr lang="es-ES" dirty="0"/>
          </a:p>
          <a:p>
            <a:endParaRPr lang="it-IT" dirty="0"/>
          </a:p>
          <a:p>
            <a:endParaRPr lang="it-IT" dirty="0"/>
          </a:p>
        </p:txBody>
      </p:sp>
    </p:spTree>
    <p:extLst>
      <p:ext uri="{BB962C8B-B14F-4D97-AF65-F5344CB8AC3E}">
        <p14:creationId xmlns:p14="http://schemas.microsoft.com/office/powerpoint/2010/main" val="1092973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FE9BB3F-FF5D-4DCB-95F2-12B4F9708BCD}"/>
              </a:ext>
            </a:extLst>
          </p:cNvPr>
          <p:cNvSpPr>
            <a:spLocks noGrp="1"/>
          </p:cNvSpPr>
          <p:nvPr>
            <p:ph type="title"/>
          </p:nvPr>
        </p:nvSpPr>
        <p:spPr/>
        <p:txBody>
          <a:bodyPr/>
          <a:lstStyle/>
          <a:p>
            <a:r>
              <a:rPr lang="it-IT" dirty="0"/>
              <a:t>Installazione Visual Studio Code 2/2</a:t>
            </a:r>
          </a:p>
        </p:txBody>
      </p:sp>
      <p:sp>
        <p:nvSpPr>
          <p:cNvPr id="3" name="Segnaposto contenuto 2">
            <a:extLst>
              <a:ext uri="{FF2B5EF4-FFF2-40B4-BE49-F238E27FC236}">
                <a16:creationId xmlns:a16="http://schemas.microsoft.com/office/drawing/2014/main" id="{DEDC20ED-438B-4239-B03C-0912964BC031}"/>
              </a:ext>
            </a:extLst>
          </p:cNvPr>
          <p:cNvSpPr>
            <a:spLocks noGrp="1"/>
          </p:cNvSpPr>
          <p:nvPr>
            <p:ph idx="1"/>
          </p:nvPr>
        </p:nvSpPr>
        <p:spPr/>
        <p:txBody>
          <a:bodyPr/>
          <a:lstStyle/>
          <a:p>
            <a:r>
              <a:rPr lang="it-IT" dirty="0"/>
              <a:t>sudo </a:t>
            </a:r>
            <a:r>
              <a:rPr lang="it-IT" dirty="0" err="1"/>
              <a:t>apt</a:t>
            </a:r>
            <a:r>
              <a:rPr lang="it-IT" dirty="0"/>
              <a:t> update</a:t>
            </a:r>
          </a:p>
          <a:p>
            <a:endParaRPr lang="it-IT" dirty="0"/>
          </a:p>
          <a:p>
            <a:r>
              <a:rPr lang="it-IT" dirty="0" err="1"/>
              <a:t>apt</a:t>
            </a:r>
            <a:r>
              <a:rPr lang="it-IT" dirty="0"/>
              <a:t>-cache policy code</a:t>
            </a:r>
          </a:p>
          <a:p>
            <a:endParaRPr lang="it-IT" dirty="0"/>
          </a:p>
          <a:p>
            <a:r>
              <a:rPr lang="it-IT" dirty="0"/>
              <a:t>sudo </a:t>
            </a:r>
            <a:r>
              <a:rPr lang="it-IT" dirty="0" err="1"/>
              <a:t>apt</a:t>
            </a:r>
            <a:r>
              <a:rPr lang="it-IT" dirty="0"/>
              <a:t> </a:t>
            </a:r>
            <a:r>
              <a:rPr lang="it-IT" dirty="0" err="1"/>
              <a:t>install</a:t>
            </a:r>
            <a:r>
              <a:rPr lang="it-IT" dirty="0"/>
              <a:t> code</a:t>
            </a:r>
          </a:p>
          <a:p>
            <a:endParaRPr lang="it-IT" dirty="0"/>
          </a:p>
          <a:p>
            <a:r>
              <a:rPr lang="it-IT" dirty="0"/>
              <a:t>code --</a:t>
            </a:r>
            <a:r>
              <a:rPr lang="it-IT" dirty="0" err="1"/>
              <a:t>version</a:t>
            </a:r>
            <a:r>
              <a:rPr lang="it-IT" dirty="0"/>
              <a:t> </a:t>
            </a:r>
          </a:p>
        </p:txBody>
      </p:sp>
    </p:spTree>
    <p:extLst>
      <p:ext uri="{BB962C8B-B14F-4D97-AF65-F5344CB8AC3E}">
        <p14:creationId xmlns:p14="http://schemas.microsoft.com/office/powerpoint/2010/main" val="620022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3D59C38-E560-4123-AC7E-7245972E11DE}"/>
              </a:ext>
            </a:extLst>
          </p:cNvPr>
          <p:cNvSpPr>
            <a:spLocks noGrp="1"/>
          </p:cNvSpPr>
          <p:nvPr>
            <p:ph type="title"/>
          </p:nvPr>
        </p:nvSpPr>
        <p:spPr/>
        <p:txBody>
          <a:bodyPr/>
          <a:lstStyle/>
          <a:p>
            <a:r>
              <a:rPr lang="it-IT" dirty="0"/>
              <a:t>Installazione </a:t>
            </a:r>
            <a:r>
              <a:rPr lang="it-IT" dirty="0" err="1"/>
              <a:t>Conda</a:t>
            </a:r>
            <a:r>
              <a:rPr lang="it-IT" dirty="0"/>
              <a:t> 1/2</a:t>
            </a:r>
          </a:p>
        </p:txBody>
      </p:sp>
      <p:sp>
        <p:nvSpPr>
          <p:cNvPr id="3" name="Segnaposto contenuto 2">
            <a:extLst>
              <a:ext uri="{FF2B5EF4-FFF2-40B4-BE49-F238E27FC236}">
                <a16:creationId xmlns:a16="http://schemas.microsoft.com/office/drawing/2014/main" id="{6E73EE32-B53F-4E0E-AADE-EF0107299516}"/>
              </a:ext>
            </a:extLst>
          </p:cNvPr>
          <p:cNvSpPr>
            <a:spLocks noGrp="1"/>
          </p:cNvSpPr>
          <p:nvPr>
            <p:ph idx="1"/>
          </p:nvPr>
        </p:nvSpPr>
        <p:spPr/>
        <p:txBody>
          <a:bodyPr>
            <a:normAutofit lnSpcReduction="10000"/>
          </a:bodyPr>
          <a:lstStyle/>
          <a:p>
            <a:r>
              <a:rPr lang="it-IT" dirty="0">
                <a:hlinkClick r:id="rId2"/>
              </a:rPr>
              <a:t>https://greenwebpage.com/community/how-to-install-conda-on-ubuntu-24-04/</a:t>
            </a:r>
            <a:endParaRPr lang="it-IT" dirty="0"/>
          </a:p>
          <a:p>
            <a:r>
              <a:rPr lang="it-IT" dirty="0">
                <a:hlinkClick r:id="rId3"/>
              </a:rPr>
              <a:t>https://repo.anaconda.com/archive/</a:t>
            </a:r>
            <a:endParaRPr lang="it-IT" dirty="0"/>
          </a:p>
          <a:p>
            <a:r>
              <a:rPr lang="da-DK" dirty="0"/>
              <a:t>wget </a:t>
            </a:r>
            <a:r>
              <a:rPr lang="da-DK" dirty="0">
                <a:hlinkClick r:id="rId4"/>
              </a:rPr>
              <a:t>https://repo.anaconda.com/archive/Anaconda3-2025.12-2-Linux-x86_64.sh</a:t>
            </a:r>
            <a:endParaRPr lang="da-DK" dirty="0"/>
          </a:p>
          <a:p>
            <a:r>
              <a:rPr lang="da-DK" dirty="0"/>
              <a:t>bash Anaconda3-2025.12-2-Linux-x86_64.sh</a:t>
            </a:r>
          </a:p>
          <a:p>
            <a:r>
              <a:rPr lang="it-IT" dirty="0"/>
              <a:t>source ~/.</a:t>
            </a:r>
            <a:r>
              <a:rPr lang="it-IT" dirty="0" err="1"/>
              <a:t>bashrc</a:t>
            </a:r>
            <a:endParaRPr lang="it-IT" dirty="0"/>
          </a:p>
          <a:p>
            <a:r>
              <a:rPr lang="it-IT" dirty="0"/>
              <a:t>source ~/anaconda3/bin/</a:t>
            </a:r>
            <a:r>
              <a:rPr lang="it-IT" dirty="0" err="1"/>
              <a:t>activate</a:t>
            </a:r>
            <a:endParaRPr lang="it-IT" dirty="0"/>
          </a:p>
          <a:p>
            <a:r>
              <a:rPr lang="it-IT" dirty="0" err="1"/>
              <a:t>conda</a:t>
            </a:r>
            <a:r>
              <a:rPr lang="it-IT" dirty="0"/>
              <a:t> </a:t>
            </a:r>
            <a:r>
              <a:rPr lang="it-IT" dirty="0" err="1"/>
              <a:t>config</a:t>
            </a:r>
            <a:r>
              <a:rPr lang="it-IT" dirty="0"/>
              <a:t> --set </a:t>
            </a:r>
            <a:r>
              <a:rPr lang="it-IT" dirty="0" err="1"/>
              <a:t>auto_activate_base</a:t>
            </a:r>
            <a:r>
              <a:rPr lang="it-IT" dirty="0"/>
              <a:t> false</a:t>
            </a:r>
          </a:p>
          <a:p>
            <a:pPr lvl="1"/>
            <a:r>
              <a:rPr lang="it-IT" dirty="0"/>
              <a:t>(per non far partire l'ambiente base)</a:t>
            </a:r>
          </a:p>
          <a:p>
            <a:endParaRPr lang="it-IT" dirty="0"/>
          </a:p>
        </p:txBody>
      </p:sp>
    </p:spTree>
    <p:extLst>
      <p:ext uri="{BB962C8B-B14F-4D97-AF65-F5344CB8AC3E}">
        <p14:creationId xmlns:p14="http://schemas.microsoft.com/office/powerpoint/2010/main" val="3128772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3D59C38-E560-4123-AC7E-7245972E11DE}"/>
              </a:ext>
            </a:extLst>
          </p:cNvPr>
          <p:cNvSpPr>
            <a:spLocks noGrp="1"/>
          </p:cNvSpPr>
          <p:nvPr>
            <p:ph type="title"/>
          </p:nvPr>
        </p:nvSpPr>
        <p:spPr/>
        <p:txBody>
          <a:bodyPr/>
          <a:lstStyle/>
          <a:p>
            <a:r>
              <a:rPr lang="it-IT" dirty="0"/>
              <a:t>Installazione </a:t>
            </a:r>
            <a:r>
              <a:rPr lang="it-IT" dirty="0" err="1"/>
              <a:t>Conda</a:t>
            </a:r>
            <a:r>
              <a:rPr lang="it-IT" dirty="0"/>
              <a:t> 2/2</a:t>
            </a:r>
          </a:p>
        </p:txBody>
      </p:sp>
      <p:sp>
        <p:nvSpPr>
          <p:cNvPr id="3" name="Segnaposto contenuto 2">
            <a:extLst>
              <a:ext uri="{FF2B5EF4-FFF2-40B4-BE49-F238E27FC236}">
                <a16:creationId xmlns:a16="http://schemas.microsoft.com/office/drawing/2014/main" id="{6E73EE32-B53F-4E0E-AADE-EF0107299516}"/>
              </a:ext>
            </a:extLst>
          </p:cNvPr>
          <p:cNvSpPr>
            <a:spLocks noGrp="1"/>
          </p:cNvSpPr>
          <p:nvPr>
            <p:ph idx="1"/>
          </p:nvPr>
        </p:nvSpPr>
        <p:spPr/>
        <p:txBody>
          <a:bodyPr/>
          <a:lstStyle/>
          <a:p>
            <a:r>
              <a:rPr lang="pt-BR" dirty="0"/>
              <a:t>conda create -n aia_env python=3.10.20</a:t>
            </a:r>
          </a:p>
          <a:p>
            <a:r>
              <a:rPr lang="it-IT" dirty="0" err="1"/>
              <a:t>conda</a:t>
            </a:r>
            <a:r>
              <a:rPr lang="it-IT" dirty="0"/>
              <a:t> </a:t>
            </a:r>
            <a:r>
              <a:rPr lang="it-IT" dirty="0" err="1"/>
              <a:t>env</a:t>
            </a:r>
            <a:r>
              <a:rPr lang="it-IT" dirty="0"/>
              <a:t> list</a:t>
            </a:r>
          </a:p>
          <a:p>
            <a:r>
              <a:rPr lang="sv-SE" dirty="0"/>
              <a:t>python -m pip install --upgrade pip</a:t>
            </a:r>
          </a:p>
          <a:p>
            <a:r>
              <a:rPr lang="en-US" dirty="0"/>
              <a:t>pip install </a:t>
            </a:r>
            <a:r>
              <a:rPr lang="en-US" dirty="0" err="1"/>
              <a:t>tensorflow</a:t>
            </a:r>
            <a:r>
              <a:rPr lang="en-US" dirty="0"/>
              <a:t>==2.15.1 </a:t>
            </a:r>
            <a:r>
              <a:rPr lang="en-US" dirty="0" err="1"/>
              <a:t>opencv</a:t>
            </a:r>
            <a:r>
              <a:rPr lang="en-US" dirty="0"/>
              <a:t>-python </a:t>
            </a:r>
            <a:r>
              <a:rPr lang="en-US" dirty="0" err="1"/>
              <a:t>numpy</a:t>
            </a:r>
            <a:endParaRPr lang="en-US" dirty="0"/>
          </a:p>
          <a:p>
            <a:r>
              <a:rPr lang="it-IT" dirty="0"/>
              <a:t>sudo </a:t>
            </a:r>
            <a:r>
              <a:rPr lang="it-IT" dirty="0" err="1"/>
              <a:t>apt</a:t>
            </a:r>
            <a:r>
              <a:rPr lang="it-IT" dirty="0"/>
              <a:t> </a:t>
            </a:r>
            <a:r>
              <a:rPr lang="it-IT" dirty="0" err="1"/>
              <a:t>install</a:t>
            </a:r>
            <a:r>
              <a:rPr lang="it-IT" dirty="0"/>
              <a:t> </a:t>
            </a:r>
            <a:r>
              <a:rPr lang="it-IT" dirty="0" err="1"/>
              <a:t>cheese</a:t>
            </a:r>
            <a:endParaRPr lang="it-IT" dirty="0"/>
          </a:p>
          <a:p>
            <a:pPr lvl="1"/>
            <a:r>
              <a:rPr lang="it-IT" dirty="0"/>
              <a:t>per testare la webcam</a:t>
            </a:r>
          </a:p>
        </p:txBody>
      </p:sp>
    </p:spTree>
    <p:extLst>
      <p:ext uri="{BB962C8B-B14F-4D97-AF65-F5344CB8AC3E}">
        <p14:creationId xmlns:p14="http://schemas.microsoft.com/office/powerpoint/2010/main" val="1490993782"/>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1777</TotalTime>
  <Words>508</Words>
  <Application>Microsoft Office PowerPoint</Application>
  <PresentationFormat>Widescreen</PresentationFormat>
  <Paragraphs>49</Paragraphs>
  <Slides>8</Slides>
  <Notes>1</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8</vt:i4>
      </vt:variant>
    </vt:vector>
  </HeadingPairs>
  <TitlesOfParts>
    <vt:vector size="12" baseType="lpstr">
      <vt:lpstr>Arial</vt:lpstr>
      <vt:lpstr>Calibri</vt:lpstr>
      <vt:lpstr>Calibri Light</vt:lpstr>
      <vt:lpstr>Tema di Office</vt:lpstr>
      <vt:lpstr>Teachable Machine</vt:lpstr>
      <vt:lpstr>Preparazione dell’ambiente</vt:lpstr>
      <vt:lpstr>INSTALLAZIONE GUEST ADDITIONS ON VIRTUAL BOX</vt:lpstr>
      <vt:lpstr>Installazione VirtualBox Extension Pack</vt:lpstr>
      <vt:lpstr>Installazione Visual Studio Code 1/2</vt:lpstr>
      <vt:lpstr>Installazione Visual Studio Code 2/2</vt:lpstr>
      <vt:lpstr>Installazione Conda 1/2</vt:lpstr>
      <vt:lpstr>Installazione Conda 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Teachable Machine</dc:title>
  <dc:creator>Carlo TROIANO</dc:creator>
  <cp:lastModifiedBy>Academy</cp:lastModifiedBy>
  <cp:revision>31</cp:revision>
  <dcterms:created xsi:type="dcterms:W3CDTF">2026-04-23T09:11:08Z</dcterms:created>
  <dcterms:modified xsi:type="dcterms:W3CDTF">2026-04-28T12:45:49Z</dcterms:modified>
</cp:coreProperties>
</file>